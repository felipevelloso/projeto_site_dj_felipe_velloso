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Merriweather"/>
      <p:bold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oIKTyo2OAO+DU527mGratO11q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erriweather-bold.fntdata"/><Relationship Id="rId14" Type="http://schemas.openxmlformats.org/officeDocument/2006/relationships/slide" Target="slides/slide10.xml"/><Relationship Id="rId17" Type="http://schemas.openxmlformats.org/officeDocument/2006/relationships/font" Target="fonts/OpenSans-regular.fntdata"/><Relationship Id="rId16" Type="http://schemas.openxmlformats.org/officeDocument/2006/relationships/font" Target="fonts/Merriweather-boldItalic.fntdata"/><Relationship Id="rId5" Type="http://schemas.openxmlformats.org/officeDocument/2006/relationships/slide" Target="slides/slide1.xml"/><Relationship Id="rId19" Type="http://schemas.openxmlformats.org/officeDocument/2006/relationships/font" Target="fonts/OpenSans-italic.fntdata"/><Relationship Id="rId6" Type="http://schemas.openxmlformats.org/officeDocument/2006/relationships/slide" Target="slides/slide2.xml"/><Relationship Id="rId18" Type="http://schemas.openxmlformats.org/officeDocument/2006/relationships/font" Target="fonts/Ope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655f224c9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9655f224c9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655f224c9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655f224c9_1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655f224c9_1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9655f224c9_1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655f224c9_1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655f224c9_1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9655f224c9_1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655f224c9_1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655f224c9_1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9655f224c9_1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55f224c9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655f224c9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9655f224c9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655f224c9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655f224c9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655f224c9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655f224c9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655f224c9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9655f224c9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655f224c9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655f224c9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9655f224c9_1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655f224c9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655f224c9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9655f224c9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A6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11.jpg"/><Relationship Id="rId5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39655f224c9_1_2" title="WhatsApp Image 2026-03-22 at 11.52.17 AM.jpeg"/>
          <p:cNvPicPr preferRelativeResize="0"/>
          <p:nvPr/>
        </p:nvPicPr>
        <p:blipFill rotWithShape="1">
          <a:blip r:embed="rId3">
            <a:alphaModFix/>
          </a:blip>
          <a:srcRect b="80" l="0" r="0" t="80"/>
          <a:stretch/>
        </p:blipFill>
        <p:spPr>
          <a:xfrm>
            <a:off x="0" y="0"/>
            <a:ext cx="548640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9655f224c9_1_2"/>
          <p:cNvSpPr/>
          <p:nvPr/>
        </p:nvSpPr>
        <p:spPr>
          <a:xfrm>
            <a:off x="6280190" y="890323"/>
            <a:ext cx="7556400" cy="21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Por Que DJ Felipe Velloso Precisa de um </a:t>
            </a:r>
            <a:endParaRPr b="1" i="0" sz="445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Site Profissional ?</a:t>
            </a:r>
            <a:endParaRPr b="0" i="0" sz="4450" u="none" cap="none" strike="noStrike">
              <a:solidFill>
                <a:schemeClr val="dk1"/>
              </a:solidFill>
            </a:endParaRPr>
          </a:p>
        </p:txBody>
      </p:sp>
      <p:sp>
        <p:nvSpPr>
          <p:cNvPr id="58" name="Google Shape;58;g39655f224c9_1_2"/>
          <p:cNvSpPr/>
          <p:nvPr/>
        </p:nvSpPr>
        <p:spPr>
          <a:xfrm>
            <a:off x="6170165" y="4611072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2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Transformando sua presença digital e expandindo seus negócios para o próximo nível</a:t>
            </a:r>
            <a:endParaRPr b="0" i="0" sz="2050" u="none" cap="none" strike="noStrike">
              <a:solidFill>
                <a:schemeClr val="dk1"/>
              </a:solidFill>
            </a:endParaRPr>
          </a:p>
        </p:txBody>
      </p:sp>
      <p:sp>
        <p:nvSpPr>
          <p:cNvPr id="59" name="Google Shape;59;g39655f224c9_1_2"/>
          <p:cNvSpPr/>
          <p:nvPr/>
        </p:nvSpPr>
        <p:spPr>
          <a:xfrm>
            <a:off x="12914075" y="7782275"/>
            <a:ext cx="1584300" cy="31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655f224c9_1_72"/>
          <p:cNvSpPr/>
          <p:nvPr/>
        </p:nvSpPr>
        <p:spPr>
          <a:xfrm>
            <a:off x="793790" y="1697355"/>
            <a:ext cx="827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 Realidade do Mercado Atual</a:t>
            </a:r>
            <a:endParaRPr b="0" i="0" sz="4450" u="none" cap="none" strike="noStrike">
              <a:solidFill>
                <a:schemeClr val="dk1"/>
              </a:solidFill>
            </a:endParaRPr>
          </a:p>
        </p:txBody>
      </p:sp>
      <p:sp>
        <p:nvSpPr>
          <p:cNvPr id="66" name="Google Shape;66;g39655f224c9_1_72"/>
          <p:cNvSpPr/>
          <p:nvPr/>
        </p:nvSpPr>
        <p:spPr>
          <a:xfrm>
            <a:off x="793790" y="2859762"/>
            <a:ext cx="4196400" cy="3672600"/>
          </a:xfrm>
          <a:prstGeom prst="roundRect">
            <a:avLst>
              <a:gd fmla="val 2594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9655f224c9_1_72"/>
          <p:cNvSpPr/>
          <p:nvPr/>
        </p:nvSpPr>
        <p:spPr>
          <a:xfrm>
            <a:off x="1028224" y="3094196"/>
            <a:ext cx="680400" cy="680400"/>
          </a:xfrm>
          <a:prstGeom prst="roundRect">
            <a:avLst>
              <a:gd fmla="val 13436980" name="adj"/>
            </a:avLst>
          </a:prstGeom>
          <a:solidFill>
            <a:srgbClr val="FFAD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9655f224c9_1_72"/>
          <p:cNvSpPr/>
          <p:nvPr/>
        </p:nvSpPr>
        <p:spPr>
          <a:xfrm>
            <a:off x="1028224" y="4001453"/>
            <a:ext cx="37275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95% dos clientes pesquisam online</a:t>
            </a:r>
            <a:endParaRPr b="0" i="0" sz="2200" u="none" cap="none" strike="noStrike"/>
          </a:p>
        </p:txBody>
      </p:sp>
      <p:sp>
        <p:nvSpPr>
          <p:cNvPr id="69" name="Google Shape;69;g39655f224c9_1_72"/>
          <p:cNvSpPr/>
          <p:nvPr/>
        </p:nvSpPr>
        <p:spPr>
          <a:xfrm>
            <a:off x="1028224" y="4846201"/>
            <a:ext cx="37275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 maioria dos clientes busca serviços de DJ através do Google e redes sociais antes de tomar uma decisão</a:t>
            </a:r>
            <a:endParaRPr b="0" i="0" sz="1750" u="none" cap="none" strike="noStrike"/>
          </a:p>
        </p:txBody>
      </p:sp>
      <p:sp>
        <p:nvSpPr>
          <p:cNvPr id="70" name="Google Shape;70;g39655f224c9_1_72"/>
          <p:cNvSpPr/>
          <p:nvPr/>
        </p:nvSpPr>
        <p:spPr>
          <a:xfrm>
            <a:off x="5216962" y="2859762"/>
            <a:ext cx="4196400" cy="3672600"/>
          </a:xfrm>
          <a:prstGeom prst="roundRect">
            <a:avLst>
              <a:gd fmla="val 2594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9655f224c9_1_72"/>
          <p:cNvSpPr/>
          <p:nvPr/>
        </p:nvSpPr>
        <p:spPr>
          <a:xfrm>
            <a:off x="5451396" y="3094196"/>
            <a:ext cx="680400" cy="680400"/>
          </a:xfrm>
          <a:prstGeom prst="roundRect">
            <a:avLst>
              <a:gd fmla="val 13436980" name="adj"/>
            </a:avLst>
          </a:prstGeom>
          <a:solidFill>
            <a:srgbClr val="FFAD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9655f224c9_1_72"/>
          <p:cNvSpPr/>
          <p:nvPr/>
        </p:nvSpPr>
        <p:spPr>
          <a:xfrm>
            <a:off x="5451396" y="4001453"/>
            <a:ext cx="2839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Decisão em minutos</a:t>
            </a:r>
            <a:endParaRPr b="0" i="0" sz="2200" u="none" cap="none" strike="noStrike"/>
          </a:p>
        </p:txBody>
      </p:sp>
      <p:sp>
        <p:nvSpPr>
          <p:cNvPr id="73" name="Google Shape;73;g39655f224c9_1_72"/>
          <p:cNvSpPr/>
          <p:nvPr/>
        </p:nvSpPr>
        <p:spPr>
          <a:xfrm>
            <a:off x="5451396" y="4491871"/>
            <a:ext cx="37275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Clientes gastam em média 3 minutos analisando a presença online de um fornecedor antes de entrar em contato</a:t>
            </a:r>
            <a:endParaRPr b="0" i="0" sz="1750" u="none" cap="none" strike="noStrike"/>
          </a:p>
        </p:txBody>
      </p:sp>
      <p:sp>
        <p:nvSpPr>
          <p:cNvPr id="74" name="Google Shape;74;g39655f224c9_1_72"/>
          <p:cNvSpPr/>
          <p:nvPr/>
        </p:nvSpPr>
        <p:spPr>
          <a:xfrm>
            <a:off x="9640133" y="2859762"/>
            <a:ext cx="4196400" cy="3672600"/>
          </a:xfrm>
          <a:prstGeom prst="roundRect">
            <a:avLst>
              <a:gd fmla="val 2594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9655f224c9_1_72"/>
          <p:cNvSpPr/>
          <p:nvPr/>
        </p:nvSpPr>
        <p:spPr>
          <a:xfrm>
            <a:off x="9874568" y="3094196"/>
            <a:ext cx="680400" cy="680400"/>
          </a:xfrm>
          <a:prstGeom prst="roundRect">
            <a:avLst>
              <a:gd fmla="val 13436980" name="adj"/>
            </a:avLst>
          </a:prstGeom>
          <a:solidFill>
            <a:srgbClr val="FFAD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9655f224c9_1_72"/>
          <p:cNvSpPr/>
          <p:nvPr/>
        </p:nvSpPr>
        <p:spPr>
          <a:xfrm>
            <a:off x="9874568" y="4001453"/>
            <a:ext cx="3226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Profissionalismo conta</a:t>
            </a:r>
            <a:endParaRPr b="0" i="0" sz="2200" u="none" cap="none" strike="noStrike"/>
          </a:p>
        </p:txBody>
      </p:sp>
      <p:sp>
        <p:nvSpPr>
          <p:cNvPr id="77" name="Google Shape;77;g39655f224c9_1_72"/>
          <p:cNvSpPr/>
          <p:nvPr/>
        </p:nvSpPr>
        <p:spPr>
          <a:xfrm>
            <a:off x="9874568" y="4491871"/>
            <a:ext cx="37275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Um site profissional aumenta em 70% a percepção de credibilidade e confiança no serviço oferecido</a:t>
            </a:r>
            <a:endParaRPr b="0" i="0" sz="1750" u="none" cap="none" strike="noStrike"/>
          </a:p>
        </p:txBody>
      </p:sp>
      <p:sp>
        <p:nvSpPr>
          <p:cNvPr id="78" name="Google Shape;78;g39655f224c9_1_72"/>
          <p:cNvSpPr/>
          <p:nvPr/>
        </p:nvSpPr>
        <p:spPr>
          <a:xfrm>
            <a:off x="12782050" y="7804275"/>
            <a:ext cx="1748100" cy="30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655f224c9_1_76"/>
          <p:cNvSpPr/>
          <p:nvPr/>
        </p:nvSpPr>
        <p:spPr>
          <a:xfrm>
            <a:off x="749856" y="589240"/>
            <a:ext cx="9267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200"/>
              <a:buFont typeface="Merriweather"/>
              <a:buNone/>
            </a:pPr>
            <a:r>
              <a:rPr b="1" i="0" lang="en-US" sz="4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Vantagens Competitivas de um Site</a:t>
            </a:r>
            <a:endParaRPr b="0" i="0" sz="4200" u="none" cap="none" strike="noStrike">
              <a:solidFill>
                <a:schemeClr val="dk1"/>
              </a:solidFill>
            </a:endParaRPr>
          </a:p>
        </p:txBody>
      </p:sp>
      <p:sp>
        <p:nvSpPr>
          <p:cNvPr id="85" name="Google Shape;85;g39655f224c9_1_76"/>
          <p:cNvSpPr/>
          <p:nvPr/>
        </p:nvSpPr>
        <p:spPr>
          <a:xfrm>
            <a:off x="749856" y="1789977"/>
            <a:ext cx="3423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100"/>
              <a:buFont typeface="Merriweather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Diferenciação no Mercado</a:t>
            </a:r>
            <a:endParaRPr b="0"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86" name="Google Shape;86;g39655f224c9_1_76"/>
          <p:cNvSpPr/>
          <p:nvPr/>
        </p:nvSpPr>
        <p:spPr>
          <a:xfrm>
            <a:off x="749856" y="2307112"/>
            <a:ext cx="835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Enquanto a concorrência depende apenas de redes sociais, você terá um canal próprio, controlável e profissional que demonstra seriedade e compromisso.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87" name="Google Shape;87;g39655f224c9_1_76"/>
          <p:cNvSpPr/>
          <p:nvPr/>
        </p:nvSpPr>
        <p:spPr>
          <a:xfrm>
            <a:off x="749856" y="3532868"/>
            <a:ext cx="26784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100"/>
              <a:buFont typeface="Merriweather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Visibilidade 24/7</a:t>
            </a:r>
            <a:endParaRPr b="0"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88" name="Google Shape;88;g39655f224c9_1_76"/>
          <p:cNvSpPr/>
          <p:nvPr/>
        </p:nvSpPr>
        <p:spPr>
          <a:xfrm>
            <a:off x="749856" y="4131578"/>
            <a:ext cx="835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Seu site trabalha para você todos os dias, recebendo solicitações de orçamento mesmo fora do horário comercial.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pic>
        <p:nvPicPr>
          <p:cNvPr id="89" name="Google Shape;89;g39655f224c9_1_76" title="WhatsApp Image 2026-03-22 at 1.28.38 PM.jpeg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9632149" y="1258725"/>
            <a:ext cx="4654338" cy="62057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9655f224c9_1_76"/>
          <p:cNvSpPr/>
          <p:nvPr/>
        </p:nvSpPr>
        <p:spPr>
          <a:xfrm>
            <a:off x="12747800" y="7804175"/>
            <a:ext cx="1882500" cy="42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655f224c9_1_92"/>
          <p:cNvSpPr/>
          <p:nvPr/>
        </p:nvSpPr>
        <p:spPr>
          <a:xfrm>
            <a:off x="839454" y="874625"/>
            <a:ext cx="10456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 Que Seu Site Vai Oferecer</a:t>
            </a:r>
            <a:endParaRPr b="0" i="0" sz="4450" u="none" cap="none" strike="noStrike">
              <a:solidFill>
                <a:schemeClr val="dk1"/>
              </a:solidFill>
            </a:endParaRPr>
          </a:p>
        </p:txBody>
      </p:sp>
      <p:sp>
        <p:nvSpPr>
          <p:cNvPr id="97" name="Google Shape;97;g39655f224c9_1_92"/>
          <p:cNvSpPr/>
          <p:nvPr/>
        </p:nvSpPr>
        <p:spPr>
          <a:xfrm>
            <a:off x="1644253" y="289000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Portfólio Visual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98" name="Google Shape;98;g39655f224c9_1_92"/>
          <p:cNvSpPr/>
          <p:nvPr/>
        </p:nvSpPr>
        <p:spPr>
          <a:xfrm>
            <a:off x="1644253" y="3380423"/>
            <a:ext cx="5529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Mostre suas melhores apresentações com fotos e vídeos de eventos reais, criando conexão emocional com potenciais clientes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99" name="Google Shape;99;g39655f224c9_1_92"/>
          <p:cNvSpPr/>
          <p:nvPr/>
        </p:nvSpPr>
        <p:spPr>
          <a:xfrm>
            <a:off x="8307348" y="289000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Serviços Claros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00" name="Google Shape;100;g39655f224c9_1_92"/>
          <p:cNvSpPr/>
          <p:nvPr/>
        </p:nvSpPr>
        <p:spPr>
          <a:xfrm>
            <a:off x="8307348" y="3380423"/>
            <a:ext cx="55293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Apresente seus pacotes de festas, casamentos e eventos corporativos de forma organizada e transparente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101" name="Google Shape;101;g39655f224c9_1_92"/>
          <p:cNvSpPr/>
          <p:nvPr/>
        </p:nvSpPr>
        <p:spPr>
          <a:xfrm>
            <a:off x="1644253" y="4922758"/>
            <a:ext cx="3127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Formulário de Contato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02" name="Google Shape;102;g39655f224c9_1_92"/>
          <p:cNvSpPr/>
          <p:nvPr/>
        </p:nvSpPr>
        <p:spPr>
          <a:xfrm>
            <a:off x="1644253" y="5413177"/>
            <a:ext cx="5529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Facilite o primeiro contato com formulários integrados que capturam leads diretamente no seu WhatsApp ou e-mail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103" name="Google Shape;103;g39655f224c9_1_92"/>
          <p:cNvSpPr/>
          <p:nvPr/>
        </p:nvSpPr>
        <p:spPr>
          <a:xfrm>
            <a:off x="8307348" y="492275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Depoimentos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04" name="Google Shape;104;g39655f224c9_1_92"/>
          <p:cNvSpPr/>
          <p:nvPr/>
        </p:nvSpPr>
        <p:spPr>
          <a:xfrm>
            <a:off x="8307348" y="5413177"/>
            <a:ext cx="55293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Construa confiança exibindo avaliações reais de clientes satisfeitos com suas experiências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105" name="Google Shape;105;g39655f224c9_1_92"/>
          <p:cNvSpPr/>
          <p:nvPr/>
        </p:nvSpPr>
        <p:spPr>
          <a:xfrm>
            <a:off x="12835825" y="7782275"/>
            <a:ext cx="1794600" cy="35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9655f224c9_1_10" title="WhatsApp Image 2026-03-22 at 11.50.53 AM.jpeg"/>
          <p:cNvPicPr preferRelativeResize="0"/>
          <p:nvPr/>
        </p:nvPicPr>
        <p:blipFill rotWithShape="1">
          <a:blip r:embed="rId3">
            <a:alphaModFix/>
          </a:blip>
          <a:srcRect b="0" l="8089" r="8089" t="0"/>
          <a:stretch/>
        </p:blipFill>
        <p:spPr>
          <a:xfrm>
            <a:off x="0" y="0"/>
            <a:ext cx="5486399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9655f224c9_1_10"/>
          <p:cNvSpPr/>
          <p:nvPr/>
        </p:nvSpPr>
        <p:spPr>
          <a:xfrm>
            <a:off x="6280190" y="1506617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Impacto Financeiro</a:t>
            </a:r>
            <a:endParaRPr b="0" i="0" sz="4450" u="none" cap="none" strike="noStrike">
              <a:solidFill>
                <a:schemeClr val="dk1"/>
              </a:solidFill>
            </a:endParaRPr>
          </a:p>
        </p:txBody>
      </p:sp>
      <p:sp>
        <p:nvSpPr>
          <p:cNvPr id="113" name="Google Shape;113;g39655f224c9_1_10"/>
          <p:cNvSpPr/>
          <p:nvPr/>
        </p:nvSpPr>
        <p:spPr>
          <a:xfrm>
            <a:off x="6280190" y="2668905"/>
            <a:ext cx="23298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5850"/>
              <a:buFont typeface="Merriweather"/>
              <a:buNone/>
            </a:pPr>
            <a:r>
              <a:rPr b="1" i="0" lang="en-US" sz="58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3x</a:t>
            </a:r>
            <a:endParaRPr b="0" i="0" sz="5850" u="none" cap="none" strike="noStrike">
              <a:solidFill>
                <a:schemeClr val="dk1"/>
              </a:solidFill>
            </a:endParaRPr>
          </a:p>
        </p:txBody>
      </p:sp>
      <p:sp>
        <p:nvSpPr>
          <p:cNvPr id="114" name="Google Shape;114;g39655f224c9_1_10"/>
          <p:cNvSpPr/>
          <p:nvPr/>
        </p:nvSpPr>
        <p:spPr>
          <a:xfrm>
            <a:off x="6280190" y="3700701"/>
            <a:ext cx="23298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Mais orçamentos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15" name="Google Shape;115;g39655f224c9_1_10"/>
          <p:cNvSpPr/>
          <p:nvPr/>
        </p:nvSpPr>
        <p:spPr>
          <a:xfrm>
            <a:off x="6280190" y="4545449"/>
            <a:ext cx="2329800" cy="21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Site profissional gera até 3x mais solicitações de orçamento comparado a apenas redes sociais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116" name="Google Shape;116;g39655f224c9_1_10"/>
          <p:cNvSpPr/>
          <p:nvPr/>
        </p:nvSpPr>
        <p:spPr>
          <a:xfrm>
            <a:off x="8893493" y="2668905"/>
            <a:ext cx="23298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5850"/>
              <a:buFont typeface="Merriweather"/>
              <a:buNone/>
            </a:pPr>
            <a:r>
              <a:rPr b="1" i="0" lang="en-US" sz="58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25%</a:t>
            </a:r>
            <a:endParaRPr b="0" i="0" sz="5850" u="none" cap="none" strike="noStrike">
              <a:solidFill>
                <a:schemeClr val="dk1"/>
              </a:solidFill>
            </a:endParaRPr>
          </a:p>
        </p:txBody>
      </p:sp>
      <p:sp>
        <p:nvSpPr>
          <p:cNvPr id="117" name="Google Shape;117;g39655f224c9_1_10"/>
          <p:cNvSpPr/>
          <p:nvPr/>
        </p:nvSpPr>
        <p:spPr>
          <a:xfrm>
            <a:off x="8893493" y="3700701"/>
            <a:ext cx="23298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Taxa de conversão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18" name="Google Shape;118;g39655f224c9_1_10"/>
          <p:cNvSpPr/>
          <p:nvPr/>
        </p:nvSpPr>
        <p:spPr>
          <a:xfrm>
            <a:off x="8893493" y="4545449"/>
            <a:ext cx="23298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Aumento médio na taxa de conversão de leads quando há site profissional com portfólio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119" name="Google Shape;119;g39655f224c9_1_10"/>
          <p:cNvSpPr/>
          <p:nvPr/>
        </p:nvSpPr>
        <p:spPr>
          <a:xfrm>
            <a:off x="11506795" y="2668905"/>
            <a:ext cx="23298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5850"/>
              <a:buFont typeface="Merriweather"/>
              <a:buNone/>
            </a:pPr>
            <a:r>
              <a:rPr b="1" i="0" lang="en-US" sz="58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100%</a:t>
            </a:r>
            <a:endParaRPr b="0" i="0" sz="5850" u="none" cap="none" strike="noStrike">
              <a:solidFill>
                <a:schemeClr val="dk1"/>
              </a:solidFill>
            </a:endParaRPr>
          </a:p>
        </p:txBody>
      </p:sp>
      <p:sp>
        <p:nvSpPr>
          <p:cNvPr id="120" name="Google Shape;120;g39655f224c9_1_10"/>
          <p:cNvSpPr/>
          <p:nvPr/>
        </p:nvSpPr>
        <p:spPr>
          <a:xfrm>
            <a:off x="11506795" y="3700701"/>
            <a:ext cx="2329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Controle total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21" name="Google Shape;121;g39655f224c9_1_10"/>
          <p:cNvSpPr/>
          <p:nvPr/>
        </p:nvSpPr>
        <p:spPr>
          <a:xfrm>
            <a:off x="11506795" y="4191119"/>
            <a:ext cx="23298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Sem algoritmos limitando seu alcance ou mudanças de política afetando sua visibilidade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122" name="Google Shape;122;g39655f224c9_1_10"/>
          <p:cNvSpPr/>
          <p:nvPr/>
        </p:nvSpPr>
        <p:spPr>
          <a:xfrm>
            <a:off x="12835800" y="7760275"/>
            <a:ext cx="1794600" cy="35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793790" y="1471374"/>
            <a:ext cx="689193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Investimento vs Retorno</a:t>
            </a:r>
            <a:endParaRPr b="0" i="0" sz="4450" u="none" cap="none" strike="noStrike">
              <a:solidFill>
                <a:schemeClr val="dk1"/>
              </a:solidFill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93790" y="2747129"/>
            <a:ext cx="284166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Custo de Construção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93790" y="3328273"/>
            <a:ext cx="6244709" cy="2131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Design profissional customizado</a:t>
            </a:r>
            <a:endParaRPr b="0" i="0" sz="17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Integração com redes sociais</a:t>
            </a:r>
            <a:endParaRPr b="0" i="0" sz="17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Formulários de contato</a:t>
            </a:r>
            <a:endParaRPr b="0" i="0" sz="17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Otimização para mobile</a:t>
            </a:r>
            <a:endParaRPr b="0" i="0" sz="17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SEO básico para melhorar visibilidade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599521" y="27471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Retorno Esperado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599521" y="3328273"/>
            <a:ext cx="6244709" cy="2131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Múltiplos eventos por mês</a:t>
            </a:r>
            <a:endParaRPr b="0" i="0" sz="17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Redução de dependência de intermediários</a:t>
            </a:r>
            <a:endParaRPr b="0" i="0" sz="17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Controle sobre sua imagem</a:t>
            </a:r>
            <a:endParaRPr b="0" i="0" sz="17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Presença 24/7 no mercado</a:t>
            </a:r>
            <a:endParaRPr b="0" i="0" sz="1750" u="none" cap="none" strike="noStrike">
              <a:solidFill>
                <a:schemeClr val="dk1"/>
              </a:solidFill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Portfólio sempre atualizado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93790" y="5794415"/>
            <a:ext cx="13042821" cy="963811"/>
          </a:xfrm>
          <a:prstGeom prst="roundRect">
            <a:avLst>
              <a:gd fmla="val 9884" name="adj"/>
            </a:avLst>
          </a:prstGeom>
          <a:solidFill>
            <a:srgbClr val="FFC4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6146125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1530906" y="6077903"/>
            <a:ext cx="1207889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Open Sans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Investimento inicial recupera-se em poucos eventos com a qualidade de clientes atraídos</a:t>
            </a:r>
            <a:endParaRPr b="0" i="0" sz="1750" u="none" cap="none" strike="noStrike"/>
          </a:p>
        </p:txBody>
      </p:sp>
      <p:sp>
        <p:nvSpPr>
          <p:cNvPr id="136" name="Google Shape;136;p7"/>
          <p:cNvSpPr/>
          <p:nvPr/>
        </p:nvSpPr>
        <p:spPr>
          <a:xfrm>
            <a:off x="13046100" y="7914300"/>
            <a:ext cx="1584300" cy="31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655f224c9_1_6"/>
          <p:cNvSpPr/>
          <p:nvPr/>
        </p:nvSpPr>
        <p:spPr>
          <a:xfrm>
            <a:off x="793802" y="784750"/>
            <a:ext cx="10215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Serviços de DJ: Onde Você Atua</a:t>
            </a:r>
            <a:endParaRPr b="0" i="0" sz="4450" u="none" cap="none" strike="noStrike">
              <a:solidFill>
                <a:schemeClr val="dk1"/>
              </a:solidFill>
            </a:endParaRPr>
          </a:p>
        </p:txBody>
      </p:sp>
      <p:pic>
        <p:nvPicPr>
          <p:cNvPr id="143" name="Google Shape;143;g39655f224c9_1_6" title="WhatsApp Image 2026-03-22 at 1.06.54 PM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267545"/>
            <a:ext cx="2994184" cy="2994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9655f224c9_1_6"/>
          <p:cNvSpPr/>
          <p:nvPr/>
        </p:nvSpPr>
        <p:spPr>
          <a:xfrm>
            <a:off x="793790" y="554521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Casamentos 💍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45" name="Google Shape;145;g39655f224c9_1_6"/>
          <p:cNvSpPr/>
          <p:nvPr/>
        </p:nvSpPr>
        <p:spPr>
          <a:xfrm>
            <a:off x="793790" y="6035635"/>
            <a:ext cx="4158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Crie a trilha sonora perfeita para o dia mais importante dos noivos com playlists personalizadas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pic>
        <p:nvPicPr>
          <p:cNvPr id="146" name="Google Shape;146;g39655f224c9_1_6" title="WhatsApp Image 2026-03-22 at 11.50.54 AM.jpeg"/>
          <p:cNvPicPr preferRelativeResize="0"/>
          <p:nvPr/>
        </p:nvPicPr>
        <p:blipFill rotWithShape="1">
          <a:blip r:embed="rId4">
            <a:alphaModFix/>
          </a:blip>
          <a:srcRect b="12495" l="0" r="0" t="12503"/>
          <a:stretch/>
        </p:blipFill>
        <p:spPr>
          <a:xfrm>
            <a:off x="5235893" y="2267545"/>
            <a:ext cx="2994185" cy="299418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9655f224c9_1_6"/>
          <p:cNvSpPr/>
          <p:nvPr/>
        </p:nvSpPr>
        <p:spPr>
          <a:xfrm>
            <a:off x="5235893" y="554521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Festas 🎉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48" name="Google Shape;148;g39655f224c9_1_6"/>
          <p:cNvSpPr/>
          <p:nvPr/>
        </p:nvSpPr>
        <p:spPr>
          <a:xfrm>
            <a:off x="5235893" y="6035635"/>
            <a:ext cx="4158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Animação garantida para aniversários, formaturas e celebrações com energia contagiante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pic>
        <p:nvPicPr>
          <p:cNvPr id="149" name="Google Shape;149;g39655f224c9_1_6" title="WhatsApp Image 2026-03-22 at 11.52.17 AM (1)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7995" y="2267545"/>
            <a:ext cx="2994185" cy="299418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9655f224c9_1_6"/>
          <p:cNvSpPr/>
          <p:nvPr/>
        </p:nvSpPr>
        <p:spPr>
          <a:xfrm>
            <a:off x="9677995" y="5545217"/>
            <a:ext cx="3402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Eventos Corporativos 🏢</a:t>
            </a:r>
            <a:endParaRPr b="0"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51" name="Google Shape;151;g39655f224c9_1_6"/>
          <p:cNvSpPr/>
          <p:nvPr/>
        </p:nvSpPr>
        <p:spPr>
          <a:xfrm>
            <a:off x="9677995" y="6035635"/>
            <a:ext cx="4158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Ambientação sonora sofisticada para confraternizações, lançamentos e eventos empresariais</a:t>
            </a:r>
            <a:endParaRPr b="0" i="0" sz="1750" u="none" cap="none" strike="noStrike">
              <a:solidFill>
                <a:schemeClr val="dk1"/>
              </a:solidFill>
            </a:endParaRPr>
          </a:p>
        </p:txBody>
      </p:sp>
      <p:sp>
        <p:nvSpPr>
          <p:cNvPr id="152" name="Google Shape;152;g39655f224c9_1_6"/>
          <p:cNvSpPr/>
          <p:nvPr/>
        </p:nvSpPr>
        <p:spPr>
          <a:xfrm>
            <a:off x="12791700" y="7782275"/>
            <a:ext cx="1838700" cy="35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655f224c9_1_14"/>
          <p:cNvSpPr/>
          <p:nvPr/>
        </p:nvSpPr>
        <p:spPr>
          <a:xfrm>
            <a:off x="793802" y="843025"/>
            <a:ext cx="9621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Comparação: Com e Sem Site</a:t>
            </a:r>
            <a:endParaRPr b="0" i="0" sz="4450" u="none" cap="none" strike="noStrike">
              <a:solidFill>
                <a:schemeClr val="dk1"/>
              </a:solidFill>
            </a:endParaRPr>
          </a:p>
        </p:txBody>
      </p:sp>
      <p:sp>
        <p:nvSpPr>
          <p:cNvPr id="159" name="Google Shape;159;g39655f224c9_1_14"/>
          <p:cNvSpPr/>
          <p:nvPr/>
        </p:nvSpPr>
        <p:spPr>
          <a:xfrm>
            <a:off x="793790" y="3127653"/>
            <a:ext cx="6408000" cy="3136800"/>
          </a:xfrm>
          <a:prstGeom prst="roundRect">
            <a:avLst>
              <a:gd fmla="val 4664" name="adj"/>
            </a:avLst>
          </a:prstGeom>
          <a:solidFill>
            <a:srgbClr val="FFFFFF"/>
          </a:solidFill>
          <a:ln cap="flat" cmpd="sng" w="3047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9655f224c9_1_14"/>
          <p:cNvSpPr/>
          <p:nvPr/>
        </p:nvSpPr>
        <p:spPr>
          <a:xfrm>
            <a:off x="763310" y="3127653"/>
            <a:ext cx="121800" cy="3136800"/>
          </a:xfrm>
          <a:prstGeom prst="roundRect">
            <a:avLst>
              <a:gd fmla="val 78139" name="adj"/>
            </a:avLst>
          </a:prstGeom>
          <a:solidFill>
            <a:srgbClr val="FFAD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9655f224c9_1_14"/>
          <p:cNvSpPr/>
          <p:nvPr/>
        </p:nvSpPr>
        <p:spPr>
          <a:xfrm>
            <a:off x="1142524" y="338494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Sem Site</a:t>
            </a:r>
            <a:endParaRPr b="0" i="0" sz="2200" u="none" cap="none" strike="noStrike"/>
          </a:p>
        </p:txBody>
      </p:sp>
      <p:sp>
        <p:nvSpPr>
          <p:cNvPr id="162" name="Google Shape;162;g39655f224c9_1_14"/>
          <p:cNvSpPr/>
          <p:nvPr/>
        </p:nvSpPr>
        <p:spPr>
          <a:xfrm>
            <a:off x="1142524" y="3875365"/>
            <a:ext cx="58020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Dependência total de redes sociais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Algoritmos limitando alcance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Dificuldade em mostrar portfólio completo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Menor credibilidade profissional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Controle limitado sobre comunicação</a:t>
            </a:r>
            <a:endParaRPr b="0" i="0" sz="1750" u="none" cap="none" strike="noStrike"/>
          </a:p>
        </p:txBody>
      </p:sp>
      <p:sp>
        <p:nvSpPr>
          <p:cNvPr id="163" name="Google Shape;163;g39655f224c9_1_14"/>
          <p:cNvSpPr/>
          <p:nvPr/>
        </p:nvSpPr>
        <p:spPr>
          <a:xfrm>
            <a:off x="7428548" y="3127653"/>
            <a:ext cx="6408000" cy="3136800"/>
          </a:xfrm>
          <a:prstGeom prst="roundRect">
            <a:avLst>
              <a:gd fmla="val 4664" name="adj"/>
            </a:avLst>
          </a:prstGeom>
          <a:solidFill>
            <a:srgbClr val="FFFFFF"/>
          </a:solidFill>
          <a:ln cap="flat" cmpd="sng" w="3047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9655f224c9_1_14"/>
          <p:cNvSpPr/>
          <p:nvPr/>
        </p:nvSpPr>
        <p:spPr>
          <a:xfrm>
            <a:off x="7398067" y="3127653"/>
            <a:ext cx="121800" cy="3136800"/>
          </a:xfrm>
          <a:prstGeom prst="roundRect">
            <a:avLst>
              <a:gd fmla="val 78139" name="adj"/>
            </a:avLst>
          </a:prstGeom>
          <a:solidFill>
            <a:srgbClr val="FFAD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9655f224c9_1_14"/>
          <p:cNvSpPr/>
          <p:nvPr/>
        </p:nvSpPr>
        <p:spPr>
          <a:xfrm>
            <a:off x="7777282" y="3384947"/>
            <a:ext cx="2982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Com Site Profissional</a:t>
            </a:r>
            <a:endParaRPr b="0" i="0" sz="2200" u="none" cap="none" strike="noStrike"/>
          </a:p>
        </p:txBody>
      </p:sp>
      <p:sp>
        <p:nvSpPr>
          <p:cNvPr id="166" name="Google Shape;166;g39655f224c9_1_14"/>
          <p:cNvSpPr/>
          <p:nvPr/>
        </p:nvSpPr>
        <p:spPr>
          <a:xfrm>
            <a:off x="7777282" y="3875365"/>
            <a:ext cx="58020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Canal próprio sem interferências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Visibilidade otimizada no Google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Portfólio completo e organizado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Imagem profissional reforçada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Controle total sobre conteúdo</a:t>
            </a:r>
            <a:endParaRPr b="0" i="0" sz="1750" u="none" cap="none" strike="noStrike"/>
          </a:p>
        </p:txBody>
      </p:sp>
      <p:sp>
        <p:nvSpPr>
          <p:cNvPr id="167" name="Google Shape;167;g39655f224c9_1_14"/>
          <p:cNvSpPr/>
          <p:nvPr/>
        </p:nvSpPr>
        <p:spPr>
          <a:xfrm>
            <a:off x="12835800" y="7767600"/>
            <a:ext cx="1794600" cy="46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9655f224c9_1_22" title="WhatsApp Image 2026-03-22 at 1.11.57 PM.jpeg"/>
          <p:cNvPicPr preferRelativeResize="0"/>
          <p:nvPr/>
        </p:nvPicPr>
        <p:blipFill rotWithShape="1">
          <a:blip r:embed="rId3">
            <a:alphaModFix/>
          </a:blip>
          <a:srcRect b="0" l="27778" r="27778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9655f224c9_1_22"/>
          <p:cNvSpPr/>
          <p:nvPr/>
        </p:nvSpPr>
        <p:spPr>
          <a:xfrm>
            <a:off x="6197322" y="675561"/>
            <a:ext cx="5078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3950"/>
              <a:buFont typeface="Merriweather"/>
              <a:buNone/>
            </a:pPr>
            <a:r>
              <a:rPr b="1" i="0" lang="en-US" sz="39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Próximos Passos</a:t>
            </a:r>
            <a:endParaRPr b="0" i="0" sz="3950" u="none" cap="none" strike="noStrike">
              <a:solidFill>
                <a:schemeClr val="dk1"/>
              </a:solidFill>
            </a:endParaRPr>
          </a:p>
        </p:txBody>
      </p:sp>
      <p:sp>
        <p:nvSpPr>
          <p:cNvPr id="175" name="Google Shape;175;g39655f224c9_1_22"/>
          <p:cNvSpPr/>
          <p:nvPr/>
        </p:nvSpPr>
        <p:spPr>
          <a:xfrm>
            <a:off x="6197322" y="1583055"/>
            <a:ext cx="203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550"/>
              <a:buFont typeface="Merriweather Light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176" name="Google Shape;176;g39655f224c9_1_22"/>
          <p:cNvSpPr/>
          <p:nvPr/>
        </p:nvSpPr>
        <p:spPr>
          <a:xfrm>
            <a:off x="6197322" y="1905357"/>
            <a:ext cx="7722300" cy="22800"/>
          </a:xfrm>
          <a:prstGeom prst="rect">
            <a:avLst/>
          </a:prstGeom>
          <a:solidFill>
            <a:srgbClr val="FFAD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" name="Google Shape;177;g39655f224c9_1_22"/>
          <p:cNvSpPr/>
          <p:nvPr/>
        </p:nvSpPr>
        <p:spPr>
          <a:xfrm>
            <a:off x="6197322" y="2052638"/>
            <a:ext cx="2702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950"/>
              <a:buFont typeface="Merriweather"/>
              <a:buNone/>
            </a:pPr>
            <a:r>
              <a:rPr b="1" i="0" lang="en-US" sz="19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Definir escopo do site</a:t>
            </a:r>
            <a:endParaRPr b="0" i="0" sz="1950" u="none" cap="none" strike="noStrike">
              <a:solidFill>
                <a:schemeClr val="dk1"/>
              </a:solidFill>
            </a:endParaRPr>
          </a:p>
        </p:txBody>
      </p:sp>
      <p:sp>
        <p:nvSpPr>
          <p:cNvPr id="178" name="Google Shape;178;g39655f224c9_1_22"/>
          <p:cNvSpPr/>
          <p:nvPr/>
        </p:nvSpPr>
        <p:spPr>
          <a:xfrm>
            <a:off x="6197322" y="2479119"/>
            <a:ext cx="77223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Escolher páginas, funcionalidades e estrutura ideal para seu negócio</a:t>
            </a:r>
            <a:endParaRPr b="0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179" name="Google Shape;179;g39655f224c9_1_22"/>
          <p:cNvSpPr/>
          <p:nvPr/>
        </p:nvSpPr>
        <p:spPr>
          <a:xfrm>
            <a:off x="6197322" y="3443526"/>
            <a:ext cx="7722300" cy="22800"/>
          </a:xfrm>
          <a:prstGeom prst="rect">
            <a:avLst/>
          </a:prstGeom>
          <a:solidFill>
            <a:srgbClr val="FFAD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" name="Google Shape;180;g39655f224c9_1_22"/>
          <p:cNvSpPr/>
          <p:nvPr/>
        </p:nvSpPr>
        <p:spPr>
          <a:xfrm>
            <a:off x="6197322" y="3590806"/>
            <a:ext cx="2538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950"/>
              <a:buFont typeface="Merriweather"/>
              <a:buNone/>
            </a:pPr>
            <a:r>
              <a:rPr b="1" i="0" lang="en-US" sz="19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Coletar materiais</a:t>
            </a:r>
            <a:endParaRPr b="0" i="0" sz="1950" u="none" cap="none" strike="noStrike">
              <a:solidFill>
                <a:schemeClr val="dk1"/>
              </a:solidFill>
            </a:endParaRPr>
          </a:p>
        </p:txBody>
      </p:sp>
      <p:sp>
        <p:nvSpPr>
          <p:cNvPr id="181" name="Google Shape;181;g39655f224c9_1_22"/>
          <p:cNvSpPr/>
          <p:nvPr/>
        </p:nvSpPr>
        <p:spPr>
          <a:xfrm>
            <a:off x="6197322" y="4017288"/>
            <a:ext cx="77223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Fornecer fotos, vídeos, depoimentos e informações sobre serviços</a:t>
            </a:r>
            <a:endParaRPr b="0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182" name="Google Shape;182;g39655f224c9_1_22"/>
          <p:cNvSpPr/>
          <p:nvPr/>
        </p:nvSpPr>
        <p:spPr>
          <a:xfrm>
            <a:off x="6197322" y="4981694"/>
            <a:ext cx="7722300" cy="22800"/>
          </a:xfrm>
          <a:prstGeom prst="rect">
            <a:avLst/>
          </a:prstGeom>
          <a:solidFill>
            <a:srgbClr val="FFAD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" name="Google Shape;183;g39655f224c9_1_22"/>
          <p:cNvSpPr/>
          <p:nvPr/>
        </p:nvSpPr>
        <p:spPr>
          <a:xfrm>
            <a:off x="6197322" y="5128974"/>
            <a:ext cx="2538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950"/>
              <a:buFont typeface="Merriweather"/>
              <a:buNone/>
            </a:pPr>
            <a:r>
              <a:rPr b="1" i="0" lang="en-US" sz="19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Desenvolvimento</a:t>
            </a:r>
            <a:endParaRPr b="0" i="0" sz="1950" u="none" cap="none" strike="noStrike">
              <a:solidFill>
                <a:schemeClr val="dk1"/>
              </a:solidFill>
            </a:endParaRPr>
          </a:p>
        </p:txBody>
      </p:sp>
      <p:sp>
        <p:nvSpPr>
          <p:cNvPr id="184" name="Google Shape;184;g39655f224c9_1_22"/>
          <p:cNvSpPr/>
          <p:nvPr/>
        </p:nvSpPr>
        <p:spPr>
          <a:xfrm>
            <a:off x="6197322" y="5555456"/>
            <a:ext cx="77223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Criação do design e programação do site com todas as funcionalidades</a:t>
            </a:r>
            <a:endParaRPr b="0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185" name="Google Shape;185;g39655f224c9_1_22"/>
          <p:cNvSpPr/>
          <p:nvPr/>
        </p:nvSpPr>
        <p:spPr>
          <a:xfrm>
            <a:off x="6197322" y="6519863"/>
            <a:ext cx="7722300" cy="22800"/>
          </a:xfrm>
          <a:prstGeom prst="rect">
            <a:avLst/>
          </a:prstGeom>
          <a:solidFill>
            <a:srgbClr val="FFAD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6" name="Google Shape;186;g39655f224c9_1_22"/>
          <p:cNvSpPr/>
          <p:nvPr/>
        </p:nvSpPr>
        <p:spPr>
          <a:xfrm>
            <a:off x="6197322" y="6667143"/>
            <a:ext cx="2538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950"/>
              <a:buFont typeface="Merriweather"/>
              <a:buNone/>
            </a:pPr>
            <a:r>
              <a:rPr b="1" i="0" lang="en-US" sz="195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Lançamento</a:t>
            </a:r>
            <a:endParaRPr b="0" i="0" sz="1950" u="none" cap="none" strike="noStrike">
              <a:solidFill>
                <a:schemeClr val="dk1"/>
              </a:solidFill>
            </a:endParaRPr>
          </a:p>
        </p:txBody>
      </p:sp>
      <p:sp>
        <p:nvSpPr>
          <p:cNvPr id="187" name="Google Shape;187;g39655f224c9_1_22"/>
          <p:cNvSpPr/>
          <p:nvPr/>
        </p:nvSpPr>
        <p:spPr>
          <a:xfrm>
            <a:off x="6197322" y="7093625"/>
            <a:ext cx="77223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550"/>
              <a:buFont typeface="Open Sans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Publicação online e treinamento para atualizações futuras</a:t>
            </a:r>
            <a:endParaRPr b="0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188" name="Google Shape;188;g39655f224c9_1_22"/>
          <p:cNvSpPr/>
          <p:nvPr/>
        </p:nvSpPr>
        <p:spPr>
          <a:xfrm>
            <a:off x="12835800" y="7767600"/>
            <a:ext cx="1794600" cy="46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9655f224c9_1_18" title="WhatsApp Image 2026-03-22 at 1.17.02 PM.jpeg"/>
          <p:cNvPicPr preferRelativeResize="0"/>
          <p:nvPr/>
        </p:nvPicPr>
        <p:blipFill rotWithShape="1">
          <a:blip r:embed="rId3">
            <a:alphaModFix/>
          </a:blip>
          <a:srcRect b="0" l="16667" r="16667" t="0"/>
          <a:stretch/>
        </p:blipFill>
        <p:spPr>
          <a:xfrm>
            <a:off x="0" y="0"/>
            <a:ext cx="548640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9655f224c9_1_18"/>
          <p:cNvSpPr/>
          <p:nvPr/>
        </p:nvSpPr>
        <p:spPr>
          <a:xfrm>
            <a:off x="6280200" y="834396"/>
            <a:ext cx="7556400" cy="25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8900"/>
              <a:buFont typeface="Merriweather"/>
              <a:buNone/>
            </a:pPr>
            <a:r>
              <a:rPr b="1" i="0" lang="en-US" sz="68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Transforme Seu Negócio Agora</a:t>
            </a:r>
            <a:endParaRPr b="0" i="0" sz="6800" u="none" cap="none" strike="noStrike">
              <a:solidFill>
                <a:schemeClr val="dk1"/>
              </a:solidFill>
            </a:endParaRPr>
          </a:p>
        </p:txBody>
      </p:sp>
      <p:sp>
        <p:nvSpPr>
          <p:cNvPr id="196" name="Google Shape;196;g39655f224c9_1_18"/>
          <p:cNvSpPr/>
          <p:nvPr/>
        </p:nvSpPr>
        <p:spPr>
          <a:xfrm>
            <a:off x="6280190" y="3821258"/>
            <a:ext cx="75564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21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Um site profissional é o investimento que vai impulsionar seu negócio de DJ para o próximo nível, aumentando visibilidade, credibilidade e conversões.</a:t>
            </a:r>
            <a:endParaRPr b="0" i="0" sz="2150" u="none" cap="none" strike="noStrike">
              <a:solidFill>
                <a:schemeClr val="dk1"/>
              </a:solidFill>
            </a:endParaRPr>
          </a:p>
        </p:txBody>
      </p:sp>
      <p:sp>
        <p:nvSpPr>
          <p:cNvPr id="197" name="Google Shape;197;g39655f224c9_1_18"/>
          <p:cNvSpPr txBox="1"/>
          <p:nvPr/>
        </p:nvSpPr>
        <p:spPr>
          <a:xfrm>
            <a:off x="6368225" y="5807375"/>
            <a:ext cx="44211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Só depende de você dar esse grande passo para seu negócio</a:t>
            </a:r>
            <a:endParaRPr b="1" sz="2500"/>
          </a:p>
        </p:txBody>
      </p:sp>
      <p:sp>
        <p:nvSpPr>
          <p:cNvPr id="198" name="Google Shape;198;g39655f224c9_1_18"/>
          <p:cNvSpPr/>
          <p:nvPr/>
        </p:nvSpPr>
        <p:spPr>
          <a:xfrm>
            <a:off x="13046100" y="7914300"/>
            <a:ext cx="1584300" cy="31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  <p:sp>
        <p:nvSpPr>
          <p:cNvPr id="199" name="Google Shape;199;g39655f224c9_1_18"/>
          <p:cNvSpPr/>
          <p:nvPr/>
        </p:nvSpPr>
        <p:spPr>
          <a:xfrm>
            <a:off x="12835800" y="7767600"/>
            <a:ext cx="1794600" cy="46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djfelipevelloso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2026-03-22T15:59:08Z</dcterms:created>
</cp:coreProperties>
</file>